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AffectLayer: Hidden Emotion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Unmasking Latent Distress Using Tri-Engine NLP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NLP takes text too literally.</a:t>
            </a:r>
          </a:p>
          <a:p>
            <a:r>
              <a:t>If someone says 'Oh perfect, exactly what I needed' after getting a flat tire, basic AI thinks they are happy.</a:t>
            </a:r>
          </a:p>
          <a:p>
            <a:r>
              <a:t>There is a gap in detecting 'Emotionally Masked'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Tri-Engine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compare three distinct AI generations:</a:t>
            </a:r>
          </a:p>
          <a:p>
            <a:r>
              <a:t>1. Classical NLP (VADER): Fast but literal.</a:t>
            </a:r>
          </a:p>
          <a:p>
            <a:r>
              <a:t>2. Machine Learning (DistilBERT via Hugging Face): Understands context but misses psychology.</a:t>
            </a:r>
          </a:p>
          <a:p>
            <a:r>
              <a:t>3. Generative AI (Gemini 2.5): Deep psychological extraction with Dual-Language Rationales.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Switching to the AffectLayer platform preview...</a:t>
            </a:r>
          </a:p>
          <a:p>
            <a:r>
              <a:t>We will test the sentence: 'Haha it's okay, I'm used to being ignored anyway.'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 Summary:</a:t>
            </a:r>
          </a:p>
          <a:p>
            <a:r>
              <a:t>Generative AI is currently the only engine capable of successfully classifying masking mechanisms (e.g. Sarcasm, Passive-Aggression).</a:t>
            </a:r>
          </a:p>
          <a:p>
            <a:r>
              <a:t>By separating our UI in React and our backend in Python FastAPI, we created a lightning fast, highly optimized web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