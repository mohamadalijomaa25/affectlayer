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8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9777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ffectlayer.onrender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ffectlayer.onrender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Research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AffectLayer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Unmasking Hidden Emotions in Text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2286000" cy="3657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Tri-Engine NLP Architectures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Latent Affect Detection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Mohamad-Ali Jomaa  ·  Lebanese International University  ·  2026</a:t>
            </a:r>
            <a:endParaRPr lang="en-US" sz="1200" dirty="0"/>
          </a:p>
        </p:txBody>
      </p:sp>
      <p:sp>
        <p:nvSpPr>
          <p:cNvPr id="9" name="Text 7">
            <a:hlinkClick r:id="rId3"/>
          </p:cNvPr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u="sng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affectlayer.onrender.com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does traditional AI fail at reading hidden human emotions?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"Haha sure, I'll completely redo the entire project over the weekend. Happy to help!"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286000"/>
            <a:ext cx="36576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A Human Reads This: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926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Sarcasm is obvious here.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secretly angry.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passive-aggression.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true feeling: resentment.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365760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286000"/>
            <a:ext cx="365760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Traditional AI Reads This: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292608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 'Haha' → POSITIVE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Sees: 'Happy' → POSITIVE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Score: Very Positive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wrong.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AffectLayer · Mohamad-Ali Jomaa · LIU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TRI-ENGINE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AI generations analyze the same sentence simultaneously.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2468880" cy="320040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NLP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Lexicon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1097280" cy="1828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3464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Dictionary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Word-by-Word Scoring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Speed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at Sarcasm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463040"/>
            <a:ext cx="2468880" cy="320040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463040"/>
            <a:ext cx="246888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9659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2286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SST-2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0" y="2651760"/>
            <a:ext cx="1097280" cy="18288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83464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Neural Net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Full Sentence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API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Psychology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1463040"/>
            <a:ext cx="2468880" cy="320040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463040"/>
            <a:ext cx="246888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19659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LLM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22860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651760"/>
            <a:ext cx="1097280" cy="1828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283464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Prompting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Psychological Read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Rationales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Masking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AffectLayer · Mohamad-Ali Jomaa · LIU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decoupled micro-service design that fits inside a 512 MB free-tier cloud server.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96596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6002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· Tailwind CSS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Static Site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46304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463040"/>
            <a:ext cx="196596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6002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20116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Uvicorn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Relay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Web Service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46304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463040"/>
            <a:ext cx="196596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6002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0116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Inference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Cloud API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1463040"/>
            <a:ext cx="19659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463040"/>
            <a:ext cx="196596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6002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40880" y="20116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Direct Call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Prompting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Platform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429000"/>
            <a:ext cx="7680960" cy="1280160"/>
          </a:xfrm>
          <a:prstGeom prst="rect">
            <a:avLst/>
          </a:prstGeom>
          <a:solidFill>
            <a:srgbClr val="141B3D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657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ENGINEERING DECISION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397764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routing heavy ML workloads to Hugging Face and Gemini remotely, we reduced backend memory from 600 MB+ down to just 30 MB. This allowed the entire app to run stably on a free-tier 512 MB cloud server without any Out-Of-Memory crashes.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AffectLayer · Mohamad-Ali Jomaa · LIU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AffectLayer delivers that traditional NLP tools cannot.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657600" cy="14630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371600"/>
            <a:ext cx="54864" cy="1463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Tri-Engine Benchmarking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any sentence using Classical NLP, ML, and Gemini LLM simultaneously and compare results side-by-side in real time.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657600" cy="14630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371600"/>
            <a:ext cx="54864" cy="146304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Dual-Language Rationales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8745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generates clinical Explainable-AI rationales in both English AND Arabic with proper Right-To-Left formatting.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3657600" cy="14630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3108960"/>
            <a:ext cx="54864" cy="14630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246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Cached Workspace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6118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all three engines are cached in browser memory. Switch between tabs instantly without re-running the analysis.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108960"/>
            <a:ext cx="3657600" cy="14630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108960"/>
            <a:ext cx="54864" cy="14630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3246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Zero-Database Privacy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61188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processed in memory and immediately discarded after analysis. Absolutely no data is stored, logged, or transmitted.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AffectLayer · Mohamad-Ali Jomaa · LIU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input: </a:t>
            </a:r>
            <a:r>
              <a:rPr lang="en-US" sz="14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"umm its ok, its not my first time failing an exam."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406640" cy="1463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 Emotion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Emotion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Masking 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NLP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75%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Detected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Missed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(DistilBERT)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Polite 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Detected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LLM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Indifference 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Resignation 85%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Minimization 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Correct!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200400"/>
            <a:ext cx="7680960" cy="1463040"/>
          </a:xfrm>
          <a:prstGeom prst="rect">
            <a:avLst/>
          </a:prstGeom>
          <a:solidFill>
            <a:srgbClr val="141B3D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4"/>
          <p:cNvSpPr/>
          <p:nvPr/>
        </p:nvSpPr>
        <p:spPr>
          <a:xfrm>
            <a:off x="1005840" y="329184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RATIONALE (GEMINI OUTPUT)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5840" y="365760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يقدم المتحدث سطحاً من اللامبالاة، ويُشير إلى </a:t>
            </a:r>
            <a:r>
              <a:rPr lang="en-US" sz="16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عاطفة</a:t>
            </a: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أعمق</a:t>
            </a:r>
            <a:endParaRPr lang="en-US" sz="1600" dirty="0"/>
          </a:p>
          <a:p>
            <a:pPr marL="0" indent="0" algn="r">
              <a:lnSpc>
                <a:spcPct val="14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الاستسلام الناتج عن خيبات </a:t>
            </a:r>
            <a:r>
              <a:rPr lang="en-US" sz="16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الأمل</a:t>
            </a: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المتكررة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AffectLayer · Mohamad-Ali Jomaa · LIU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1005840"/>
            <a:ext cx="7680960" cy="7772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0584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09728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NLP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38988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but literal. Fails to detect sarcasm and masked emotions.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011680"/>
            <a:ext cx="7680960" cy="7772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011680"/>
            <a:ext cx="54864" cy="777240"/>
          </a:xfrm>
          <a:prstGeom prst="rect">
            <a:avLst/>
          </a:prstGeom>
          <a:solidFill>
            <a:srgbClr val="00BFA6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39572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context better, but lacks deep psychological reasoning.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7680960" cy="777240"/>
          </a:xfrm>
          <a:prstGeom prst="rect">
            <a:avLst/>
          </a:prstGeom>
          <a:solidFill>
            <a:srgbClr val="1A2250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10896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LLM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3401568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engine capable of diagnosing coping mechanisms like minimization.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AffectLayer bridges the gap between literal sentiment scoring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E2E8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true human psychological understanding — in both English and Arabic.</a:t>
            </a:r>
            <a:endParaRPr lang="en-US" sz="13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u="sng" dirty="0">
                <a:solidFill>
                  <a:srgbClr val="00BFA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affectlayer.onrender.com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— Questions Welcome!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577</Words>
  <Application>Microsoft Office PowerPoint</Application>
  <PresentationFormat>On-screen Show (16:9)</PresentationFormat>
  <Paragraphs>121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AffectLayer - NLP Research Project</dc:title>
  <dc:subject>PptxGenJS Presentation</dc:subject>
  <dc:creator>Mohamad-Ali Jomaa</dc:creator>
  <cp:lastModifiedBy>Mohammed Ali Jomaa</cp:lastModifiedBy>
  <cp:revision>2</cp:revision>
  <dcterms:created xsi:type="dcterms:W3CDTF">2026-04-08T19:40:39Z</dcterms:created>
  <dcterms:modified xsi:type="dcterms:W3CDTF">2026-04-08T20:05:04Z</dcterms:modified>
</cp:coreProperties>
</file>